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31520" y="2377440"/>
            <a:ext cx="1069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MediCare Family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200400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D9F2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Medicine Reminder &amp; Family Schedule Manager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384048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FE3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Vision2Web Hackathon | Theme 4: Health, Wellness &amp; Lifestyle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Statement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554480"/>
            <a:ext cx="107899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30000"/>
              </a:lnSpc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Multi-generational households struggle to track medicines for elderly parents, children, and adults under one roof.</a:t>
            </a:r>
            <a:endParaRPr lang="en-US" sz="1800" dirty="0"/>
          </a:p>
          <a:p>
            <a:pPr marL="342900" indent="-342900">
              <a:lnSpc>
                <a:spcPct val="130000"/>
              </a:lnSpc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Missed doses, duplicate prescriptions, and conflicting timings are common with manual tracking.</a:t>
            </a:r>
            <a:endParaRPr lang="en-US" sz="18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Families need a simple, centralized way to manage schedules and stay accountable.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Solution: Key Features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5303520" cy="1554480"/>
          </a:xfrm>
          <a:prstGeom prst="roundRect">
            <a:avLst>
              <a:gd name="adj" fmla="val 5882"/>
            </a:avLst>
          </a:prstGeom>
          <a:solidFill>
            <a:srgbClr val="F0FBFA"/>
          </a:solidFill>
          <a:ln w="12700">
            <a:solidFill>
              <a:srgbClr val="BFE3F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73736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Family Profiles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240280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Individual member profiles under one login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126480" y="1554480"/>
            <a:ext cx="5303520" cy="1554480"/>
          </a:xfrm>
          <a:prstGeom prst="roundRect">
            <a:avLst>
              <a:gd name="adj" fmla="val 5882"/>
            </a:avLst>
          </a:prstGeom>
          <a:solidFill>
            <a:srgbClr val="F0FBFA"/>
          </a:solidFill>
          <a:ln w="12700">
            <a:solidFill>
              <a:srgbClr val="BFE3F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0" y="173736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Scheduling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6400800" y="2240280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Multi-timing dosage with duplicate/conflict validation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3383280"/>
            <a:ext cx="5303520" cy="1554480"/>
          </a:xfrm>
          <a:prstGeom prst="roundRect">
            <a:avLst>
              <a:gd name="adj" fmla="val 5882"/>
            </a:avLst>
          </a:prstGeom>
          <a:solidFill>
            <a:srgbClr val="F0FBFA"/>
          </a:solidFill>
          <a:ln w="12700">
            <a:solidFill>
              <a:srgbClr val="BFE3F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22960" y="356616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1-Click Tracking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4069080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 Taken / Skip / Undo with instant feedback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126480" y="3383280"/>
            <a:ext cx="5303520" cy="1554480"/>
          </a:xfrm>
          <a:prstGeom prst="roundRect">
            <a:avLst>
              <a:gd name="adj" fmla="val 5882"/>
            </a:avLst>
          </a:prstGeom>
          <a:solidFill>
            <a:srgbClr val="F0FBFA"/>
          </a:solidFill>
          <a:ln w="12700">
            <a:solidFill>
              <a:srgbClr val="BFE3F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00800" y="356616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Adherence Analytics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0" y="4069080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7-day charts, streaks, and compliance %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Technology Stack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645920"/>
            <a:ext cx="10789920" cy="960120"/>
          </a:xfrm>
          <a:prstGeom prst="roundRect">
            <a:avLst>
              <a:gd name="adj" fmla="val 7619"/>
            </a:avLst>
          </a:prstGeom>
          <a:solidFill>
            <a:srgbClr val="F0FBFA"/>
          </a:solidFill>
          <a:ln w="12700">
            <a:solidFill>
              <a:srgbClr val="BFE3F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73736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A9D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3291840" y="1737360"/>
            <a:ext cx="7863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18, TypeScript, Vite, Tailwind CSS, Framer Motion, Recharts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834640"/>
            <a:ext cx="10789920" cy="960120"/>
          </a:xfrm>
          <a:prstGeom prst="roundRect">
            <a:avLst>
              <a:gd name="adj" fmla="val 7619"/>
            </a:avLst>
          </a:prstGeom>
          <a:solidFill>
            <a:srgbClr val="F0FBFA"/>
          </a:solidFill>
          <a:ln w="12700">
            <a:solidFill>
              <a:srgbClr val="BFE3F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292608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A9D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3291840" y="2926080"/>
            <a:ext cx="7863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Node.js, Express (TypeScript), JWT Auth, Bcrypt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4023360"/>
            <a:ext cx="10789920" cy="960120"/>
          </a:xfrm>
          <a:prstGeom prst="roundRect">
            <a:avLst>
              <a:gd name="adj" fmla="val 7619"/>
            </a:avLst>
          </a:prstGeom>
          <a:solidFill>
            <a:srgbClr val="F0FBFA"/>
          </a:solidFill>
          <a:ln w="12700">
            <a:solidFill>
              <a:srgbClr val="BFE3F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22960" y="411480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A9D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3291840" y="4114800"/>
            <a:ext cx="7863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Prisma ORM + PostgreSQL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Validation &amp; Innovation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554480"/>
            <a:ext cx="107899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30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 blocks duplicate medicine names for the same member during overlapping date ranges.</a:t>
            </a:r>
            <a:endParaRPr lang="en-US" sz="1700" dirty="0"/>
          </a:p>
          <a:p>
            <a:pPr marL="342900" indent="-342900">
              <a:lnSpc>
                <a:spcPct val="130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Timing conflict checks prevent duplicate dosage slots.</a:t>
            </a:r>
            <a:endParaRPr lang="en-US" sz="1700" dirty="0"/>
          </a:p>
          <a:p>
            <a:pPr marL="342900" indent="-342900">
              <a:lnSpc>
                <a:spcPct val="130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Streak tracking and confetti celebration drive daily engagement.</a:t>
            </a:r>
            <a:endParaRPr lang="en-US" sz="17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7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Fully responsive, animated UI built for real family use, not just a demo.</a:t>
            </a: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 Walkthrough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2103120"/>
            <a:ext cx="2514600" cy="1463040"/>
          </a:xfrm>
          <a:prstGeom prst="roundRect">
            <a:avLst>
              <a:gd name="adj" fmla="val 6250"/>
            </a:avLst>
          </a:prstGeom>
          <a:solidFill>
            <a:srgbClr val="0F766E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219456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65176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Login as Demo Family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91840" y="2103120"/>
            <a:ext cx="2514600" cy="1463040"/>
          </a:xfrm>
          <a:prstGeom prst="roundRect">
            <a:avLst>
              <a:gd name="adj" fmla="val 6250"/>
            </a:avLst>
          </a:prstGeom>
          <a:solidFill>
            <a:srgbClr val="0F766E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3291840" y="219456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3383280" y="265176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View Today's Schedule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035040" y="2103120"/>
            <a:ext cx="2514600" cy="1463040"/>
          </a:xfrm>
          <a:prstGeom prst="roundRect">
            <a:avLst>
              <a:gd name="adj" fmla="val 6250"/>
            </a:avLst>
          </a:prstGeom>
          <a:solidFill>
            <a:srgbClr val="0F766E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035040" y="219456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6126480" y="265176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 a Dose Taken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778240" y="2103120"/>
            <a:ext cx="2514600" cy="1463040"/>
          </a:xfrm>
          <a:prstGeom prst="roundRect">
            <a:avLst>
              <a:gd name="adj" fmla="val 6250"/>
            </a:avLst>
          </a:prstGeom>
          <a:solidFill>
            <a:srgbClr val="0F766E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778240" y="219456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8869680" y="265176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 Adherence Chart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Future Scope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554480"/>
            <a:ext cx="107899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30000"/>
              </a:lnSpc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Push/SMS notifications for dose reminders.</a:t>
            </a:r>
            <a:endParaRPr lang="en-US" sz="1800" dirty="0"/>
          </a:p>
          <a:p>
            <a:pPr marL="342900" indent="-342900">
              <a:lnSpc>
                <a:spcPct val="130000"/>
              </a:lnSpc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Doctor/caregiver shared access for remote monitoring.</a:t>
            </a:r>
            <a:endParaRPr lang="en-US" sz="1800" dirty="0"/>
          </a:p>
          <a:p>
            <a:pPr marL="342900" indent="-342900">
              <a:lnSpc>
                <a:spcPct val="130000"/>
              </a:lnSpc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Refill alerts based on medicine stock/duration.</a:t>
            </a:r>
            <a:endParaRPr lang="en-US" sz="18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Mobile app version for on-the-go tracking.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2026-09-27T16:02:30Z</dcterms:created>
  <dcterms:modified xsi:type="dcterms:W3CDTF">2026-09-27T16:02:30Z</dcterms:modified>
</cp:coreProperties>
</file>